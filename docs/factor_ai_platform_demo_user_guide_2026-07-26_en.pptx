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FACTOR AI PLATFORM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Supplier · Investor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Synthetic demonstration data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1. Borrower / Supplier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1. BORROWER /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Start in Factorio AI</a:t>
            </a:r>
          </a:p>
        </p:txBody>
      </p:sp>
      <p:pic>
        <p:nvPicPr>
          <p:cNvPr id="5" name="Picture 4" descr="01-supplier-ai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The Supplier demo opens in one AI workspace—there is no marketplace or triage queue.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Select the paperclip and upload a digital PDF, image, JSON, or text invoice.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demo uses synthetic invoices; digital PDFs are converted to Markdown before xAI extraction.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1. BORROWER /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Upload an invoice and receive an offer</a:t>
            </a:r>
          </a:p>
        </p:txBody>
      </p:sp>
      <p:pic>
        <p:nvPicPr>
          <p:cNvPr id="5" name="Picture 4" descr="02-supplier-ai-o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30" y="1280160"/>
            <a:ext cx="4623338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Factorio AI extracts supplier, debtor, invoice number, amount, dates, bank details, and payment terms.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response clearly says “You’re pre-approved!” and presents an indicative offer table.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Download PDF, Accept, and Change remain visible; final terms are subject to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1. BORROWER /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Change the amount or financing period</a:t>
            </a:r>
          </a:p>
        </p:txBody>
      </p:sp>
      <p:pic>
        <p:nvPicPr>
          <p:cNvPr id="5" name="Picture 4" descr="03-supplier-change-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30" y="1280160"/>
            <a:ext cx="4623338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Open Change to request a lower amount paid today or a different period.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indicative fee updates from the requested amount and days.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Add contact details and confirm registry information before acceptance.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1. BORROWER /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Profile, banking, and accounting connections</a:t>
            </a:r>
          </a:p>
        </p:txBody>
      </p:sp>
      <p:pic>
        <p:nvPicPr>
          <p:cNvPr id="5" name="Picture 4" descr="04-supplier-profile-integ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My Profile contains a hypothetical company identity and masked settlement bank information.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Lloyds Bank is labelled as a planned Open Banking connection.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QuickBooks, Xero, and Sage are clearly labelled hypothetical demo integrations.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1. BORROWER /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Track applications and contracts</a:t>
            </a:r>
          </a:p>
        </p:txBody>
      </p:sp>
      <p:pic>
        <p:nvPicPr>
          <p:cNvPr id="5" name="Picture 4" descr="05-supplier-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My Applications shows synthetic financing requests created from accepted invoices.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Each accepted request can expose a one-page financing contract between Factorio Ltd and the extracted supplier.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Downloaded PDFs use supplier, Factorio reference, date, and document-type slugs.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2. Investor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Ask Investor AI about performance</a:t>
            </a:r>
          </a:p>
        </p:txBody>
      </p:sp>
      <p:pic>
        <p:nvPicPr>
          <p:cNvPr id="5" name="Picture 4" descr="06-investor-ai-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30" y="1280160"/>
            <a:ext cx="4623338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Investor AI is grounded only in the selected demo investor’s positions and computed metrics.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Eval question shown: “How are my investments performing?”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Expected and realised returns are distinguished; the assistant does not guarantee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Ask about concentration and risk</a:t>
            </a:r>
          </a:p>
        </p:txBody>
      </p:sp>
      <p:pic>
        <p:nvPicPr>
          <p:cNvPr id="5" name="Picture 4" descr="07-investor-ai-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30" y="1280160"/>
            <a:ext cx="4623338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Eval question shown: “Where is my portfolio most concentrated?”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Debtor and sector exposure percentages are calculated deterministically before reaching the model.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Copy and Share create portable session transcripts; shared links are read-only snapshots.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Review the portfolio cockpit</a:t>
            </a:r>
          </a:p>
        </p:txBody>
      </p:sp>
      <p:pic>
        <p:nvPicPr>
          <p:cNvPr id="5" name="Picture 4" descr="08-investor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See account value, net annual return, active invested, expected outstanding, and realised results.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Aging, payment habits, grades, due dates, and position status support deeper AI questions.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Use the demo investor selector to compare isolated synthetic portfolios.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Inspect available invoices</a:t>
            </a:r>
          </a:p>
        </p:txBody>
      </p:sp>
      <p:pic>
        <p:nvPicPr>
          <p:cNvPr id="5" name="Picture 4" descr="09-investor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Browse synthetic open invoices by debtor, sector, risk grade, term, and estimated return.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Funding progress and invoice economics support manual selection.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Returns are estimates and invoice financing retains credit, fraud, dilution, concentration, and liquidity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Configure risk-aware Auto-invest</a:t>
            </a:r>
          </a:p>
        </p:txBody>
      </p:sp>
      <p:pic>
        <p:nvPicPr>
          <p:cNvPr id="5" name="Picture 4" descr="10-investor-auto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Choose conservative, balanced, or growth preferences plus grade, term, return, sector, debtor-concentration, and per-invoice limits.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Investor AI ranks only eligible invoices and explains each proposed allocation.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preview does not place money; review or change preferences before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2.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Reconcile investment activity</a:t>
            </a:r>
          </a:p>
        </p:txBody>
      </p:sp>
      <p:pic>
        <p:nvPicPr>
          <p:cNvPr id="5" name="Picture 4" descr="11-investor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The statement records investments and settlements with invoice and counterparty references.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Filter by date, type, counterparty, invoice, and amount.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Export CSV for external analysis or reconciliation.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3. Admin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Operate the back office</a:t>
            </a:r>
          </a:p>
        </p:txBody>
      </p:sp>
      <p:pic>
        <p:nvPicPr>
          <p:cNvPr id="5" name="Picture 4" descr="12-admin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Admin sees platform KPIs, queues, exceptions, and operational navigation in one workspace.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Navigation groups are collapsible and can be minimized to keep a complex toolset manageable.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Global settings include the USD, GBP, EUR, or UZS display-currency override.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Coordinate the Agent Fleet</a:t>
            </a:r>
          </a:p>
        </p:txBody>
      </p:sp>
      <p:pic>
        <p:nvPicPr>
          <p:cNvPr id="5" name="Picture 4" descr="13-admin-agent-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Fourteen specialists span orchestration, origination, decisioning, servicing, oversight, and growth.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Agents use grounded tools and preserve approval gates for credit, communication, publishing, spend, and money movement.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activity feed makes agent operations auditable.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Run marketing and SEO agents</a:t>
            </a:r>
          </a:p>
        </p:txBody>
      </p:sp>
      <p:pic>
        <p:nvPicPr>
          <p:cNvPr id="5" name="Picture 4" descr="14-admin-seo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10" y="1280160"/>
            <a:ext cx="3912579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Browser-driven eval question shown: “Build a supplier invoice-finance keyword cluster.”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SEO &amp; AI Search and Paid Marketing agents create research and drafts without silently publishing or activating spend.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Campaign work should include audience, intent, evidence, measurement, guardrails, and explicit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Inspect and edit agent skills</a:t>
            </a:r>
          </a:p>
        </p:txBody>
      </p:sp>
      <p:pic>
        <p:nvPicPr>
          <p:cNvPr id="5" name="Picture 4" descr="15-admin-skills-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Open Agent Skills to view each specialist’s current Markdown instructions.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Admin can save a database-backed prompt version and review change history.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Revert restores a selected earlier version while preserving an audit trail.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Process and approve invoices</a:t>
            </a:r>
          </a:p>
        </p:txBody>
      </p:sp>
      <p:pic>
        <p:nvPicPr>
          <p:cNvPr id="5" name="Picture 4" descr="16-admin-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The processing queue supports verification, exceptions, risk review, and funding readiness.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AI may recommend or draft; final financial and credit actions remain approval-gated.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Synthetic data makes the workflow safe to explore in the platform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Reconcile accounting activity</a:t>
            </a:r>
          </a:p>
        </p:txBody>
      </p:sp>
      <p:pic>
        <p:nvPicPr>
          <p:cNvPr id="5" name="Picture 4" descr="17-admin-accou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Accounting tools cover journal review, reconciliation, receivables, fees, reserves, and settlement evidence.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Agents must not create balancing plugs or invent transactions.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Use source records and approval history to resolve differences.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Manage platform integrations</a:t>
            </a:r>
          </a:p>
        </p:txBody>
      </p:sp>
      <p:pic>
        <p:nvPicPr>
          <p:cNvPr id="5" name="Picture 4" descr="18-admin-integ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Integration cards show demo connectivity for accounting, banking, communications, and document services.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Connection status is demonstrative and must not be treated as a live third-party authorization.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The invoice ingestion endpoint supports structured external demo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1F5D43"/>
                </a:solidFill>
              </a:rPr>
              <a:t>3.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F5D43"/>
                </a:solidFill>
              </a:rPr>
              <a:t>Review the audit trail</a:t>
            </a:r>
          </a:p>
        </p:txBody>
      </p:sp>
      <p:pic>
        <p:nvPicPr>
          <p:cNvPr id="5" name="Picture 4" descr="19-admin-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07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4069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4231B"/>
                </a:solidFill>
              </a:rPr>
              <a:t>• Audit records identify actor, action, entity, detail, and time.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Use the log to inspect human and agent activity, approvals, and configuration changes.</a:t>
            </a:r>
          </a:p>
          <a:p>
            <a:pPr>
              <a:spcBef>
                <a:spcPts val="1300"/>
              </a:spcBef>
            </a:pPr>
            <a:r>
              <a:rPr sz="1400">
                <a:solidFill>
                  <a:srgbClr val="14231B"/>
                </a:solidFill>
              </a:rPr>
              <a:t>• Prompt-version history and action logs support governance of the agentic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9893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C6860"/>
                </a:solidFill>
              </a:rPr>
              <a:t>DEMO · SYNTHETIC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