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FastFactoring</a:t>
            </a:r>
            <a:br/>
            <a:r>
              <a:t>Platform Guide</a:t>
            </a:r>
          </a:p>
          <a:p>
            <a:pPr>
              <a:defRPr sz="1800">
                <a:solidFill>
                  <a:srgbClr val="F97316"/>
                </a:solidFill>
              </a:defRPr>
            </a:pPr>
            <a:r>
              <a:t>2026-08-19  •  https://fastfactoring.org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1BCCC"/>
                </a:solidFill>
              </a:defRPr>
            </a:pPr>
            <a:r>
              <a:t>**FastFactoring** is an open-source invoice-financing platform built with FastHTML, HTMX, and PostgreSQL. It gives product teams an auditable foundation for supplier onboarding, invoice verification, funding, servicing, collections, settlement, and role-specific operations without a proprietary JavaScript application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Ship a modern factoring platform without starting from zero.</a:t>
            </a:r>
          </a:p>
        </p:txBody>
      </p:sp>
      <p:pic>
        <p:nvPicPr>
          <p:cNvPr id="3" name="Picture 2" descr="01-ship-a-modern-factoring-platform-without-star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INVOICE FINANCE INFRASTRUCTURE Ship a modern factoring platform without starting from zero. Open-source invoice factoring infrastructure built with FastHTML, HTMX and PostgreSQL. Explore the live demo → Read the source → 01 Invoice operations Origination, veri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https://fastfactoring.org/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Sign in to FastFactoring</a:t>
            </a:r>
          </a:p>
        </p:txBody>
      </p:sp>
      <p:pic>
        <p:nvPicPr>
          <p:cNvPr id="3" name="Picture 2" descr="02-sign-in-to-fastfac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Sign in to FastFactoring Sign in Register Continue with Google Email Password Sign in Forgot password?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https://fastfactoring.org/login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Ship a modern factoring platform without starting from zero.</a:t>
            </a:r>
          </a:p>
        </p:txBody>
      </p:sp>
      <p:pic>
        <p:nvPicPr>
          <p:cNvPr id="3" name="Picture 2" descr="01-ship-a-modern-factoring-platform-without-star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INVOICE FINANCE INFRASTRUCTURE Ship a modern factoring platform without starting from zero. Open-source invoice factoring infrastructure built with FastHTML, HTMX and PostgreSQL. Explore the live demo → Read the source → 01 Invoice operations Origination, veri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https://fastfactoring.org/fastfactoring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Ship a modern factoring platform without starting from zero.</a:t>
            </a:r>
          </a:p>
        </p:txBody>
      </p:sp>
      <p:pic>
        <p:nvPicPr>
          <p:cNvPr id="3" name="Picture 2" descr="01-ship-a-modern-factoring-platform-without-star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INVOICE FINANCE INFRASTRUCTURE Ship a modern factoring platform without starting from zero. Open-source invoice factoring infrastructure built with FastHTML, HTMX and PostgreSQL. Explore the live demo → Read the source → 01 Invoice operations Origination, veri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https://fastfactoring.org/fastfactoring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