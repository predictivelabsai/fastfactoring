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Руководство пользователя</a:t>
            </a:r>
          </a:p>
          <a:p>
            <a:r>
              <a:rPr sz="2400">
                <a:solidFill>
                  <a:srgbClr val="415046"/>
                </a:solidFill>
              </a:rPr>
              <a:t>Факторинг счетов — от начала до конца</a:t>
            </a:r>
          </a:p>
          <a:p>
            <a:r>
              <a:rPr sz="1300">
                <a:solidFill>
                  <a:srgbClr val="415046"/>
                </a:solidFill>
              </a:rPr>
              <a:t>Сформировано 2026-07-26 · Доступно на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ОБЗОР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Что такое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Маркетплейс факторинга, соединяющий две стороны: продавцов, которым нужны деньги сейчас, и инвесторов, ищущих краткосрочный доход, обеспеченный активами.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Один сайт обслуживает обе стороны — маркетинговую витрину и приложение на HTMX.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Первый экран отражает модель: ставку аванса, срок финансирования, отрасли и общий объём финансирования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английский, узбекский и русский — переключается в верхней навигации.</a:t>
            </a:r>
          </a:p>
        </p:txBody>
      </p:sp>
      <p:pic>
        <p:nvPicPr>
          <p:cNvPr id="6" name="Picture 5" descr="ru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ПРОДАВЦОВ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Превратите счета в оборотный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Получите значительную часть суммы счёта авансом за несколько дней вместо ожидания оплаты 30–120 дней.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Путь продавца: подать счёт → проверка и присвоение рейтинга риска → получение аванса → расчёт после оплаты должником.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Это факторинг, а не кредит — без новой задолженности; финансирование растёт вместе с продажами.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для производства, оптовой торговли, строительства, логистики и услуг.</a:t>
            </a:r>
          </a:p>
        </p:txBody>
      </p:sp>
      <p:pic>
        <p:nvPicPr>
          <p:cNvPr id="6" name="Picture 5" descr="ru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Краткосрочный доход, обеспеченный активами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Финансируйте проверенные счета и получайте доход за короткий срок — часто всего несколько недель.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Диверсификация по должникам, отраслям и рейтингам риска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Доход привязан к реальной дебиторской задолженности, а не к рыночным спекуляциям.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Ведёт в инвесторское приложение — дашборд, маркетплейс и портфель.</a:t>
            </a:r>
          </a:p>
        </p:txBody>
      </p:sp>
      <p:pic>
        <p:nvPicPr>
          <p:cNvPr id="6" name="Picture 5" descr="ru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Четыре шага, от начала до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Подача — продавец загружает счёт и данные компании.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Проверка — Factorio проверяет должника и присваивает рейтинг риска и цену.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Финансирование — счёт появляется на маркетплейсе; инвесторы финансируют его до цели.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Расчёт — после оплаты должником распределяются основная сумма и проценты, позиция закрывается.</a:t>
            </a:r>
          </a:p>
        </p:txBody>
      </p:sp>
      <p:pic>
        <p:nvPicPr>
          <p:cNvPr id="6" name="Picture 5" descr="ru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ДВИЖУТСЯ ДЕНЬГИ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Откуда каждая сторона получает деньги</a:t>
            </a:r>
          </a:p>
        </p:txBody>
      </p:sp>
      <p:pic>
        <p:nvPicPr>
          <p:cNvPr id="5" name="Picture 4" descr="ru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25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Продавец поставляет товар и выставляет э-счёт в SoliqOnline; плательщик (дебитор) должен сумму счёта.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Платформа выдаёт продавцу ~85% сразу, за счёт источника капитала — баланса банка, инвесторов или SPV в DIFC.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В срок плательщик платит 100% на счёт сбора; продавец получает остаток, источник капитала — основную сумму и доход, платформа удерживает комиссию за объём.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Поток одинаков независимо от того, кто финансирует — именно поэтому слой инвесторов / SPV подключаемый.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ЗАЁМЩИК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продавца, от начала до конца</a:t>
            </a:r>
          </a:p>
        </p:txBody>
      </p:sp>
      <p:pic>
        <p:nvPicPr>
          <p:cNvPr id="5" name="Picture 4" descr="ru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460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Регистрация (KYC банка) → счёт импортируется из SoliqOnline → запрос финансирования в чате AI-триажа.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Скоринг дебитора возвращает индикативные условия; банк одобряет в один клик; залог регистрируется в ЦБ менее чем за час.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Аванс поступает на счёт продавца за 24–48 часов — без визита в отделение и без бумаг.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ИНВЕСТОР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инвестора, от начала до конца</a:t>
            </a:r>
          </a:p>
        </p:txBody>
      </p:sp>
      <p:pic>
        <p:nvPicPr>
          <p:cNvPr id="5" name="Picture 4" descr="ru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Онбординг (KYC / аккредитация) → внесение капитала через маркетплейс или SPV → автоинвест или выбор счетов.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Позиция удерживается с AI-отчётностью по запросу; когда дебитор платит в срок, распределяются основная сумма и доход.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Декомпозируемо: часть origination (за счёт банка) можно запустить первой; маркетплейс инвесторов и SPV подключаются позже, независимо.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Прозрачные тарифы за каждый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Тариф рассчитывается за каждый счёт — комиссия за 30 дней от суммы аванса, без скрытых платежей.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базовая ставка аванса и наглядный пример расчёта.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Без подписки и без обязательств при подаче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Понятная разбивка, чтобы обе стороны видели доход и стоимость.</a:t>
            </a:r>
          </a:p>
        </p:txBody>
      </p:sp>
      <p:pic>
        <p:nvPicPr>
          <p:cNvPr id="6" name="Picture 5" descr="ru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КОНТАКТЫ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Связаться с 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Страница контактов для продавцов и инвесторов, чтобы связаться с командой Factorio.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контактный e-mail и простая форма обращения.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Точка входа для начала подключения.</a:t>
            </a:r>
          </a:p>
        </p:txBody>
      </p:sp>
      <p:pic>
        <p:nvPicPr>
          <p:cNvPr id="6" name="Picture 5" descr="ru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ДАШБОРД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Ваш персональный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Главная /app приветствует текущего инвестора и показывает его KPI: стоимость портфеля, чистую годовую доходность, заработанное и ближайший расчёт.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Лента активности отражает уведомления — финансирования, расчёты и обновления.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Быстрые действия ведут в маркетплейс, портфель и выписку.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Общая статистика платформы вынесена во вторичную полосу.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Переключатель инвестора справа вверху позволяет смотреть приложение от лица любого инвестора (демо, без пароля).</a:t>
            </a:r>
          </a:p>
        </p:txBody>
      </p:sp>
      <p:pic>
        <p:nvPicPr>
          <p:cNvPr id="6" name="Picture 5" descr="ru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МАРКЕТПЛЕЙС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Просмотр счетов для финансирования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Каждый открытый счёт — это карточка: должник, отрасль, рейтинг риска, сумма и шкала прогресса финансирования.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карточке видны ключевые показатели — ставка аванса, комиссия за 30 дней и ожидаемая доходность — а также срок удержания в днях.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фильтров сужает выбор по отрасли, рейтингу риска, максимальному сроку и минимальной доходности.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Нажмите на карточку, чтобы открыть подробности счёта.</a:t>
            </a:r>
          </a:p>
        </p:txBody>
      </p:sp>
      <p:pic>
        <p:nvPicPr>
          <p:cNvPr id="6" name="Picture 5" descr="ru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ДЕТАЛИ СЧЁТА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Полная прозрачность перед инвестицией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заголовке — должник, рейтинг риска, отрасль и номер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финансирования: собрано против цели, ставка аванса, комиссия и ожидаемая доходность.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Блок профиля компании-должника: регистрационный номер, отрасль, страна и годовой оборот.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Всё необходимое для решения о финансировании на одном экране.</a:t>
            </a:r>
          </a:p>
        </p:txBody>
      </p:sp>
      <p:pic>
        <p:nvPicPr>
          <p:cNvPr id="6" name="Picture 5" descr="ru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ПОРТФЕЛЬ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Аналитическая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Две главные панели: чистая годовая доходность (полученные проценты, списания, чистый доход) и стоимость счёта (активные вложения, ожидаемое к получению, реализованное).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старения вложений распределяет активные позиции по сроку до / после погашения.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платёжной дисциплины показывает, как фактически платили по закрытым счетам — раньше, в срок, с опозданием или списание.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позиций перечисляет каждую инвестицию с реализованным доходом, датой расчёта, рейтингом и статусом.</a:t>
            </a:r>
          </a:p>
        </p:txBody>
      </p:sp>
      <p:pic>
        <p:nvPicPr>
          <p:cNvPr id="6" name="Picture 5" descr="ru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ВЫПИСКА ПО СЧЁТУ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Каждая операция, с фильтрами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Единый реестр движения средств: вложения (−) и поступления по расчётам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Фильтрация по периоду, типу, контрагенту, номеру счёта и минимальной сумме.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Суммы со знаком в UZS, новые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Экспорт в CSV в один клик для учёта и сверки.</a:t>
            </a:r>
          </a:p>
        </p:txBody>
      </p:sp>
      <p:pic>
        <p:nvPicPr>
          <p:cNvPr id="6" name="Picture 5" descr="ru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АВТО-ИНВЕСТИРОВАНИЕ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Задайте правила — инвестируйте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Настройте автоматические заявки: минимальный рейтинг риска, максимальную сумму на счёт и предпочитаемые отрасли.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Включайте и выключайте стратегию; статус показан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Правила сохраняются для каждого инвестора и применяются к подходящим новым счетам.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Основано на настраиваемых лимитах портфеля и правилах диверсификации.</a:t>
            </a:r>
          </a:p>
        </p:txBody>
      </p:sp>
      <p:pic>
        <p:nvPicPr>
          <p:cNvPr id="6" name="Picture 5" descr="ru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ПОСТАВЩИКА · AI-ORIGINATION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 документа-счёта до заявки на финансирование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Factorio AI — основное рабочее место поставщика: счёт PDF, изображение, JSON или текст прикрепляется скрепкой в чате.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Цифровые PDF преобразуются в Markdown локально; xAI-зрение используется только для сканов.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чате показаны стоимость счёта, процент и сумма выплаты сегодня, срок и месячная стоимость; выписка или Open Banking необязательны.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Принятие оферты создаёт заявку и одностраничный синтетический договор Factorio Ltd с извлечённым поставщиком.</a:t>
            </a:r>
          </a:p>
        </p:txBody>
      </p:sp>
      <p:pic>
        <p:nvPicPr>
          <p:cNvPr id="6" name="Picture 5" descr="ru-19-invoice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ТРИАЖ ЗАЯВОК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Триаж счёта в чате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Продавцы описывают счёт и должника обычными словами; ассистент запрашивает только недостающее.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Он возвращает индикативный уровень риска (A–D), ставку аванса и список документов для банка — за секунды, а не за дни.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базе Grok (x.ai); все данные индикативны и подлежат проверке — окончательное решение не автоматизируется.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ассистент отвечает на языке посетителя (английский, узбекский, русский).</a:t>
            </a:r>
          </a:p>
        </p:txBody>
      </p:sp>
      <p:pic>
        <p:nvPicPr>
          <p:cNvPr id="6" name="Picture 5" descr="ru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ОТЧЁТЫ ПО ПОРТФЕЛЮ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Спросите свой портфель о чём угодно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Инвесторы задают вопросы на естественном языке — чистая доходность, доля по отраслям или должникам, просроченные позиции, ближайшие расчёты.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Ответы основаны на реальных позициях инвестора — каждая цифра восходит к данным портфеля, а не выдумана.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Конкретно и точно: приводятся реальные суммы и номера счетов, а при нехватке данных об этом честно сообщается.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Разговорный слой поверх аналитической панели портфеля — отчётность по запросу, на языке инвестора.</a:t>
            </a:r>
          </a:p>
        </p:txBody>
      </p:sp>
      <p:pic>
        <p:nvPicPr>
          <p:cNvPr id="6" name="Picture 5" descr="ru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НАЧАЛО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Начните с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Продавцам — подайте счёт и получите предложение за 1–3 рабочих дня.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Инвесторам — изучайте маркетплейс, формируйте портфель, автоматизируйте через авто-инвестирование.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Доступно на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